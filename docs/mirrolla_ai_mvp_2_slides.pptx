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MIRROLLA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23960" y="64282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Пилотное задание AI Engineer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19088"/>
            <a:ext cx="1828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19088"/>
            <a:ext cx="1828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реализовано в MVP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AI-ассистент, который превращает вопрос менеджера в план анализа и проверяемый отчёт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7F0FF"/>
          </a:solidFill>
          <a:ln w="12700">
            <a:solidFill>
              <a:srgbClr val="E7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08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типов вопросов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76272" y="1353312"/>
            <a:ext cx="1673352" cy="329184"/>
          </a:xfrm>
          <a:prstGeom prst="roundRect">
            <a:avLst>
              <a:gd name="adj" fmla="val 22222"/>
            </a:avLst>
          </a:prstGeom>
          <a:solidFill>
            <a:srgbClr val="DDF3E9"/>
          </a:solidFill>
          <a:ln w="12700">
            <a:solidFill>
              <a:srgbClr val="DDF3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1136" y="1408176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A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Автоотчёт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1353312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2504" y="14081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9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Интеграция с 1С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EEF2F7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ассистент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417320" cy="1965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" dist="50800" dir="2700000">
              <a:srgbClr val="BAC2C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07592" y="2944368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0815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36118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" y="3959352"/>
            <a:ext cx="1161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Менеджер формулирует бизнес-задачу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50008" y="3474720"/>
            <a:ext cx="256032" cy="384048"/>
          </a:xfrm>
          <a:prstGeom prst="chevron">
            <a:avLst/>
          </a:prstGeom>
          <a:solidFill>
            <a:srgbClr val="B8C2D0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2743200"/>
            <a:ext cx="1417320" cy="1965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" dist="50800" dir="2700000">
              <a:srgbClr val="BAC2C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26664" y="2944368"/>
            <a:ext cx="530352" cy="530352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30815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15768" y="36118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План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15768" y="3959352"/>
            <a:ext cx="1161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 предлагает гипотезы и шаги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3474720"/>
            <a:ext cx="256032" cy="384048"/>
          </a:xfrm>
          <a:prstGeom prst="chevron">
            <a:avLst/>
          </a:prstGeom>
          <a:solidFill>
            <a:srgbClr val="B8C2D0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6824" y="2743200"/>
            <a:ext cx="1417320" cy="1965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" dist="50800" dir="2700000">
              <a:srgbClr val="BAC2C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45736" y="2944368"/>
            <a:ext cx="530352" cy="530352"/>
          </a:xfrm>
          <a:prstGeom prst="ellipse">
            <a:avLst/>
          </a:prstGeom>
          <a:solidFill>
            <a:srgbClr val="E39A22"/>
          </a:solidFill>
          <a:ln w="12700">
            <a:solidFill>
              <a:srgbClr val="E39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0815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36118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Анализ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3959352"/>
            <a:ext cx="1161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Python-код выполняется в изоляции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88152" y="3474720"/>
            <a:ext cx="256032" cy="384048"/>
          </a:xfrm>
          <a:prstGeom prst="chevron">
            <a:avLst/>
          </a:prstGeom>
          <a:solidFill>
            <a:srgbClr val="B8C2D0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25896" y="2743200"/>
            <a:ext cx="1417320" cy="1965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" dist="50800" dir="2700000">
              <a:srgbClr val="BAC2C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64808" y="2944368"/>
            <a:ext cx="530352" cy="53035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30815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36118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53912" y="3959352"/>
            <a:ext cx="1161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Таблицы, графики и рекомендации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7824" y="5074920"/>
            <a:ext cx="6729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Реализован не просто чат, а управляемый процесс: пользователь видит план анализа и подтверждает его до запуска.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56448" y="187452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6488" y="21762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возможности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485632" y="2752344"/>
            <a:ext cx="182880" cy="182880"/>
          </a:xfrm>
          <a:prstGeom prst="ellipse">
            <a:avLst/>
          </a:prstGeom>
          <a:solidFill>
            <a:srgbClr val="57C790"/>
          </a:solidFill>
          <a:ln w="12700">
            <a:solidFill>
              <a:srgbClr val="57C7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96528" y="27249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продаж Ozon и отзывов WB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85632" y="3236976"/>
            <a:ext cx="182880" cy="182880"/>
          </a:xfrm>
          <a:prstGeom prst="ellipse">
            <a:avLst/>
          </a:prstGeom>
          <a:solidFill>
            <a:srgbClr val="57C790"/>
          </a:solidFill>
          <a:ln w="12700">
            <a:solidFill>
              <a:srgbClr val="57C7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96528" y="32095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Получение каталога и остатков из тестовой 1С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85632" y="3721608"/>
            <a:ext cx="182880" cy="182880"/>
          </a:xfrm>
          <a:prstGeom prst="ellipse">
            <a:avLst/>
          </a:prstGeom>
          <a:solidFill>
            <a:srgbClr val="57C790"/>
          </a:solidFill>
          <a:ln w="12700">
            <a:solidFill>
              <a:srgbClr val="57C7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96528" y="36941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растущих и падающих товаров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85632" y="4206240"/>
            <a:ext cx="182880" cy="182880"/>
          </a:xfrm>
          <a:prstGeom prst="ellipse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96528" y="4178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 критических остатков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485632" y="4690872"/>
            <a:ext cx="182880" cy="182880"/>
          </a:xfrm>
          <a:prstGeom prst="ellipse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96528" y="4663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Выявление негативных отзывов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85632" y="5175504"/>
            <a:ext cx="182880" cy="182880"/>
          </a:xfrm>
          <a:prstGeom prst="ellipse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96528" y="51480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Формирование итогового Markdown-отчёта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19088"/>
            <a:ext cx="1828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 чем столкнулся при реализации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 ограничение оказалось не в модели, а в полноте данных и проверяемости выводов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45952" cy="749808"/>
          </a:xfrm>
          <a:prstGeom prst="roundRect">
            <a:avLst>
              <a:gd name="adj" fmla="val 9756"/>
            </a:avLst>
          </a:prstGeom>
          <a:solidFill>
            <a:srgbClr val="FFF7E7"/>
          </a:solidFill>
          <a:ln w="15240">
            <a:solidFill>
              <a:srgbClr val="F2D2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36776"/>
            <a:ext cx="292608" cy="292608"/>
          </a:xfrm>
          <a:prstGeom prst="ellipse">
            <a:avLst/>
          </a:prstGeom>
          <a:solidFill>
            <a:srgbClr val="E39A22"/>
          </a:solidFill>
          <a:ln w="12700">
            <a:solidFill>
              <a:srgbClr val="E39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733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572768"/>
            <a:ext cx="9948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A5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может сформировать убедительный ответ даже тогда, когда данных недостаточно. Поэтому в production нужна отдельная валидация входных данных, расчётов и выводов.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33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15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Неполные данные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980944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продаж WB, истории остатков, цен конкурентов и SEO-метрик.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52544" y="246888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2633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39A22"/>
          </a:solidFill>
          <a:ln w="12700">
            <a:solidFill>
              <a:srgbClr val="E39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2715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65776" y="2651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Границы ТЗ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65776" y="2980944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Часть вопросов можно решить точно, часть — только как гипотезу.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2633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715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2651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Нет эталонных тестов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51392" y="2980944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успел сравнить ответы агента с заранее рассчитанными результатами.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968496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330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153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1513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Нестабильность анализа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480560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может выбрать разные формулы и получить разные цифры.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52544" y="3968496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17136" y="41330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42153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65776" y="41513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Безопасность кода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65776" y="4480560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Сгенерированный Python должен выполняться в локальном ограниченном sandbox.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3968496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25400" dist="50800" dir="2700000">
              <a:srgbClr val="B5BEC9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2752" y="41330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2153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51392" y="41513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851392" y="4480560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Загруженные файлы могут содержать инструкции, которые нельзя выполнять.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522976"/>
            <a:ext cx="11045952" cy="530352"/>
          </a:xfrm>
          <a:prstGeom prst="roundRect">
            <a:avLst>
              <a:gd name="adj" fmla="val 86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6692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Вывод: следующий шаг — не добавлять больше промптов, а построить проверяемый контур: данные → расчёт → валидация → объяснение.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19088"/>
            <a:ext cx="1828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Mirrolla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Mirrolla AI — MVP и ограничения</dc:title>
  <dc:subject>Mirrolla AI MVP</dc:subject>
  <dc:creator>OpenAI</dc:creator>
  <cp:lastModifiedBy>OpenAI</cp:lastModifiedBy>
  <cp:revision>1</cp:revision>
  <dcterms:created xsi:type="dcterms:W3CDTF">2026-07-21T15:39:35Z</dcterms:created>
  <dcterms:modified xsi:type="dcterms:W3CDTF">2026-07-21T15:39:35Z</dcterms:modified>
</cp:coreProperties>
</file>